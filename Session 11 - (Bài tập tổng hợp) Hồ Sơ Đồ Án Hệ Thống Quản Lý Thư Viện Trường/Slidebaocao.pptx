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98BD-5241-2E59-DC7B-2FF87C1E7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DD704-F6F6-E716-89E3-89B8685C7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19F92-BB73-D600-5681-46F231A3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D0C3F-35C2-A516-60D7-346931828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01E9E-E68D-956F-7728-152A26A1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9600-2106-80CD-DD28-3BE95DD6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99FB-E982-1F7E-752A-9B2FB2A5B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ED71D-C8A7-1322-465B-EF109F1E3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D1DE-744D-BBE5-4003-64C0DD05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7A1C8-9107-E2CA-C7DE-9CA45BAA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6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6174-C224-67A6-6321-13E872802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9B60-0977-91F6-0D0C-815DF2DC9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13C3F-8D36-66EB-CFAC-529DF06D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66447-4C1F-2F93-64EA-2B8CEE230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4E55E-9088-A237-04EE-AC9479375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5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A11F-12DC-2482-3336-619674EA7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75277-D51E-76D7-931A-891CC927D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74A48-2D86-AC0F-B067-3A5B50247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4B160-ED4A-FE1C-D1F9-622588DD0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014B6-7539-A3DA-0E8B-C00D59E9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6C8BC-134C-CAD5-B15D-482659A3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31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8859-CF3C-96EB-93F4-497CE9EC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27906-A41A-9BFA-775D-075FE6F77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D4A42-7CC3-1C3D-0D71-72A6FB3E3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9BF19-9DD7-D998-AA4F-E7DF85B51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80DEB-BE9E-BAB3-98F9-12A782FFE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9B6CD8-A6C6-D325-126A-32B3ADD9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9DDF29-1F69-A8A1-C695-45596F06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D58E07-C8E8-66DE-EFF5-3B1547D2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2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9733-B0B4-4136-EA39-02574E8E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48F8E0-B7F5-AF9D-1689-D5C1E971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5EE92-49ED-BFF6-80AA-1E8700205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94BB9-38DF-1D71-F8FD-9F35978A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5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7A42F-A42C-E0D4-6101-EB523516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1C857-F2C0-1CB4-FD4E-C62936A58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90E02-C77A-E07A-AF79-62DF53CD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8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B274-6994-37F2-DE18-1D003B459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20CD7-32E1-8789-09E0-2426140E8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973E6-D1F4-7B18-5A51-803483FE2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FB9E3-6D6E-F83A-D0F4-4A91E3C6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614ED-2236-E9C3-28A2-3FADB3016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2CB2E-235E-B297-58A2-98A60CF6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1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0AAB-C11C-53DE-9F19-527FCC72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2776D9-03EF-FF8F-7364-18F3C76D740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85A4C-9C3E-B6E5-971B-2595165B4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ECEA9-E2CF-0292-3A19-A404783F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44EA8-F2CD-C7C5-43C3-8C8C207A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14463-23BD-5229-D048-9D43AE15D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7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D4C2-44E5-01B7-C692-5471CE228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C716F-D66D-741E-57F9-F4C14D60E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035A1-238D-7E6C-C124-143A4E9C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1922D-E82A-DCDA-1F06-6D597468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FF1BB-2C9F-6D23-B5B0-BE0E5542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64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4C2DA-AAA8-2722-9712-EBEFB3C18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FD51F-D349-A8F2-10F3-4719FD8F9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8D080-03F6-C31A-D365-0A3AF5A6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2C05-B246-BEB6-0219-C24EC846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9FD24-1976-4FBB-8861-654276C5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4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7785D3-45C6-5364-5618-74CCEF1A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C6D17-2DD4-F5CB-C651-FD70C1012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F704C-7D33-7DC6-230F-D657F151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7781D-B2CF-46FD-8014-D6307330B01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67BAD-0218-8969-4D61-B821E431D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FFBE-9433-559B-DC17-EBB708893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89A3A-61DF-43E3-9078-835F41BF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1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7C4238-BA34-B827-9DC0-0D9AAB79FB1E}"/>
              </a:ext>
            </a:extLst>
          </p:cNvPr>
          <p:cNvSpPr txBox="1"/>
          <p:nvPr/>
        </p:nvSpPr>
        <p:spPr>
          <a:xfrm>
            <a:off x="927580" y="1022574"/>
            <a:ext cx="10336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/>
              <a:t>Hồ</a:t>
            </a:r>
            <a:r>
              <a:rPr lang="en-US" sz="4800" b="1" dirty="0"/>
              <a:t> </a:t>
            </a:r>
            <a:r>
              <a:rPr lang="en-US" sz="4800" b="1" dirty="0" err="1"/>
              <a:t>Sơ</a:t>
            </a:r>
            <a:r>
              <a:rPr lang="en-US" sz="4800" b="1" dirty="0"/>
              <a:t> </a:t>
            </a:r>
            <a:r>
              <a:rPr lang="en-US" sz="4800" b="1" dirty="0" err="1"/>
              <a:t>Đồ</a:t>
            </a:r>
            <a:r>
              <a:rPr lang="en-US" sz="4800" b="1" dirty="0"/>
              <a:t> </a:t>
            </a:r>
            <a:r>
              <a:rPr lang="en-US" sz="4800" b="1" dirty="0" err="1"/>
              <a:t>Án</a:t>
            </a:r>
            <a:r>
              <a:rPr lang="en-US" sz="4800" b="1" dirty="0"/>
              <a:t> </a:t>
            </a:r>
            <a:r>
              <a:rPr lang="en-US" sz="4800" b="1" dirty="0" err="1"/>
              <a:t>Hệ</a:t>
            </a:r>
            <a:r>
              <a:rPr lang="en-US" sz="4800" b="1" dirty="0"/>
              <a:t> </a:t>
            </a:r>
            <a:r>
              <a:rPr lang="en-US" sz="4800" b="1" dirty="0" err="1"/>
              <a:t>Thống</a:t>
            </a:r>
            <a:r>
              <a:rPr lang="en-US" sz="4800" b="1" dirty="0"/>
              <a:t> Quản Lý Thư Viện Trường</a:t>
            </a:r>
            <a:endParaRPr lang="en-US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0CA90-CD30-96C4-37A7-17CD98BFACDF}"/>
              </a:ext>
            </a:extLst>
          </p:cNvPr>
          <p:cNvSpPr txBox="1"/>
          <p:nvPr/>
        </p:nvSpPr>
        <p:spPr>
          <a:xfrm>
            <a:off x="429785" y="3209544"/>
            <a:ext cx="11332430" cy="1969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i="0" u="none" dirty="0">
                <a:latin typeface="Time s New Roman"/>
              </a:rPr>
              <a:t>50% </a:t>
            </a:r>
            <a:r>
              <a:rPr sz="2400" i="0" u="none" dirty="0" err="1">
                <a:latin typeface="Time s New Roman"/>
              </a:rPr>
              <a:t>Phiếu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mượn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sách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tháng</a:t>
            </a:r>
            <a:r>
              <a:rPr sz="2400" i="0" u="none" dirty="0">
                <a:latin typeface="Time s New Roman"/>
              </a:rPr>
              <a:t> 10 </a:t>
            </a:r>
            <a:r>
              <a:rPr sz="2400" i="0" u="none" dirty="0" err="1">
                <a:latin typeface="Time s New Roman"/>
              </a:rPr>
              <a:t>chưa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hoàn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trả</a:t>
            </a:r>
            <a:r>
              <a:rPr sz="2400" i="0" u="none" dirty="0">
                <a:latin typeface="Time s New Roman"/>
              </a:rPr>
              <a:t>: </a:t>
            </a:r>
            <a:r>
              <a:rPr sz="2400" i="0" u="none" dirty="0" err="1">
                <a:latin typeface="Time s New Roman"/>
              </a:rPr>
              <a:t>cần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kích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hoạt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hệ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thống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nhắc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nhở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tự</a:t>
            </a:r>
            <a:r>
              <a:rPr sz="2400" i="0" u="none" dirty="0">
                <a:latin typeface="Time s New Roman"/>
              </a:rPr>
              <a:t> </a:t>
            </a:r>
            <a:r>
              <a:rPr sz="2400" i="0" u="none" dirty="0" err="1">
                <a:latin typeface="Time s New Roman"/>
              </a:rPr>
              <a:t>động</a:t>
            </a:r>
            <a:endParaRPr lang="vi-VN" sz="2400" i="0" u="none" dirty="0">
              <a:latin typeface="Time s New Roman"/>
            </a:endParaRPr>
          </a:p>
          <a:p>
            <a:pPr>
              <a:lnSpc>
                <a:spcPts val="3120"/>
              </a:lnSpc>
            </a:pPr>
            <a:r>
              <a:rPr lang="vi-VN" sz="2400" dirty="0">
                <a:latin typeface="Plus Jakarta Sans"/>
              </a:rPr>
              <a:t>Đang Mượn: 2/4 phiếu</a:t>
            </a:r>
          </a:p>
          <a:p>
            <a:pPr>
              <a:lnSpc>
                <a:spcPts val="3120"/>
              </a:lnSpc>
            </a:pPr>
            <a:r>
              <a:rPr lang="en-US" sz="2400" dirty="0" err="1">
                <a:latin typeface="Plus Jakarta Sans"/>
              </a:rPr>
              <a:t>Quá</a:t>
            </a:r>
            <a:r>
              <a:rPr lang="en-US" sz="2400" dirty="0">
                <a:latin typeface="Plus Jakarta Sans"/>
              </a:rPr>
              <a:t> </a:t>
            </a:r>
            <a:r>
              <a:rPr lang="en-US" sz="2400" dirty="0" err="1">
                <a:latin typeface="Plus Jakarta Sans"/>
              </a:rPr>
              <a:t>Hạn</a:t>
            </a:r>
            <a:r>
              <a:rPr lang="en-US" sz="2400" dirty="0">
                <a:latin typeface="Plus Jakarta Sans"/>
              </a:rPr>
              <a:t>: 1/4 </a:t>
            </a:r>
            <a:r>
              <a:rPr lang="en-US" sz="2400" dirty="0" err="1">
                <a:latin typeface="Plus Jakarta Sans"/>
              </a:rPr>
              <a:t>phiếu</a:t>
            </a:r>
            <a:endParaRPr lang="en-US" sz="2400" dirty="0">
              <a:latin typeface="Plus Jakarta Sans"/>
            </a:endParaRPr>
          </a:p>
          <a:p>
            <a:pPr>
              <a:lnSpc>
                <a:spcPts val="3120"/>
              </a:lnSpc>
            </a:pPr>
            <a:r>
              <a:rPr lang="en-US" sz="2400" dirty="0" err="1">
                <a:latin typeface="Plus Jakarta Sans"/>
              </a:rPr>
              <a:t>Đã</a:t>
            </a:r>
            <a:r>
              <a:rPr lang="en-US" sz="2400" dirty="0">
                <a:latin typeface="Plus Jakarta Sans"/>
              </a:rPr>
              <a:t> Trả:1/4 </a:t>
            </a:r>
            <a:r>
              <a:rPr lang="en-US" sz="2400" dirty="0" err="1">
                <a:latin typeface="Plus Jakarta Sans"/>
              </a:rPr>
              <a:t>phiếu</a:t>
            </a:r>
            <a:endParaRPr lang="en-US" sz="2400" dirty="0">
              <a:latin typeface="Plus Jakarta Sans"/>
            </a:endParaRPr>
          </a:p>
          <a:p>
            <a:pPr>
              <a:lnSpc>
                <a:spcPts val="3120"/>
              </a:lnSpc>
            </a:pPr>
            <a:r>
              <a:rPr lang="vi-VN" sz="2400" dirty="0">
                <a:latin typeface="Plus Jakarta Sans"/>
              </a:rPr>
              <a:t>Hàm IFERROR đã xử lý phiếu (S099), đảm bảo hoàn thành dữ liệu báo cáo</a:t>
            </a:r>
          </a:p>
        </p:txBody>
      </p:sp>
    </p:spTree>
    <p:extLst>
      <p:ext uri="{BB962C8B-B14F-4D97-AF65-F5344CB8AC3E}">
        <p14:creationId xmlns:p14="http://schemas.microsoft.com/office/powerpoint/2010/main" val="609304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Plus Jakarta Sans</vt:lpstr>
      <vt:lpstr>Time 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Ngoc Huyen</dc:creator>
  <cp:lastModifiedBy>Ngoc Huyen</cp:lastModifiedBy>
  <cp:revision>1</cp:revision>
  <dcterms:created xsi:type="dcterms:W3CDTF">2026-10-21T13:50:00Z</dcterms:created>
  <dcterms:modified xsi:type="dcterms:W3CDTF">2026-10-21T13:50:11Z</dcterms:modified>
</cp:coreProperties>
</file>